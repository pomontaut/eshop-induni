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68" r:id="rId4"/>
    <p:sldId id="260" r:id="rId5"/>
    <p:sldId id="261" r:id="rId6"/>
    <p:sldId id="284" r:id="rId7"/>
    <p:sldId id="593" r:id="rId8"/>
  </p:sldIdLst>
  <p:sldSz cx="12192000" cy="6858000"/>
  <p:notesSz cx="6858000" cy="9144000"/>
  <p:embeddedFontLst>
    <p:embeddedFont>
      <p:font typeface="Avenir Next LT Pro"/>
      <p:regular r:id="rId11"/>
      <p:bold r:id="rId12"/>
      <p:italic r:id="rId13"/>
      <p:boldItalic r:id="rId14"/>
    </p:embeddedFont>
    <p:embeddedFont>
      <p:font typeface="AvenirNext LT Pro Regular"/>
      <p:regular r:id="rId15"/>
      <p:bold r:id="rId16"/>
      <p:italic r:id="rId17"/>
      <p:boldItalic r:id="rId18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701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DAE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817" autoAdjust="0"/>
  </p:normalViewPr>
  <p:slideViewPr>
    <p:cSldViewPr showGuides="1">
      <p:cViewPr varScale="1">
        <p:scale>
          <a:sx n="106" d="100"/>
          <a:sy n="106" d="100"/>
        </p:scale>
        <p:origin x="732" y="114"/>
      </p:cViewPr>
      <p:guideLst>
        <p:guide orient="horz" pos="2160"/>
        <p:guide pos="7015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119" d="100"/>
          <a:sy n="119" d="100"/>
        </p:scale>
        <p:origin x="3936" y="84"/>
      </p:cViewPr>
      <p:guideLst/>
    </p:cSldViewPr>
  </p:notesViewPr>
  <p:gridSpacing cx="59999" cy="5999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-GONINAZ Fabienne" userId="e56bffad-2472-45f6-a0fe-c65a5d1a3d35" providerId="ADAL" clId="{C1C2FF8E-375C-46A5-B6C9-2976EFE85F2D}"/>
    <pc:docChg chg="modSld">
      <pc:chgData name="DUC-GONINAZ Fabienne" userId="e56bffad-2472-45f6-a0fe-c65a5d1a3d35" providerId="ADAL" clId="{C1C2FF8E-375C-46A5-B6C9-2976EFE85F2D}" dt="2026-03-03T08:26:38.650" v="12" actId="20577"/>
      <pc:docMkLst>
        <pc:docMk/>
      </pc:docMkLst>
      <pc:sldChg chg="modSp mod">
        <pc:chgData name="DUC-GONINAZ Fabienne" userId="e56bffad-2472-45f6-a0fe-c65a5d1a3d35" providerId="ADAL" clId="{C1C2FF8E-375C-46A5-B6C9-2976EFE85F2D}" dt="2026-03-03T08:26:38.650" v="12" actId="20577"/>
        <pc:sldMkLst>
          <pc:docMk/>
          <pc:sldMk cId="1542691970" sldId="258"/>
        </pc:sldMkLst>
        <pc:spChg chg="mod">
          <ac:chgData name="DUC-GONINAZ Fabienne" userId="e56bffad-2472-45f6-a0fe-c65a5d1a3d35" providerId="ADAL" clId="{C1C2FF8E-375C-46A5-B6C9-2976EFE85F2D}" dt="2026-03-03T08:26:38.650" v="12" actId="20577"/>
          <ac:spMkLst>
            <pc:docMk/>
            <pc:sldMk cId="1542691970" sldId="258"/>
            <ac:spMk id="6" creationId="{01D402B6-4866-19B6-8062-7A6DFC4373D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D4FD046C-4605-4F54-DCB0-7A2B08CE6A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EBD5DD-373B-CCC6-18EC-F122DD0B87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7394CB-3E2E-403D-85BA-4C8B701DF6C2}" type="datetime1">
              <a:rPr lang="fr-FR" smtClean="0"/>
              <a:t>04/03/2026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B23566-D9FC-E738-D572-22A472E1B7C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069F93F-09BE-90E9-3760-D06FB3528D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89622-F537-4DF8-A8E0-25AA051AAEB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0271404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9126A6-F303-429B-BF2C-917255E692C9}" type="datetime1">
              <a:rPr lang="fr-FR" smtClean="0"/>
              <a:t>04/03/2026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3D5D87-7238-4CC7-B35B-0C2D8F12DB3C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4754724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globa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Graphique, logo, Police, graphisme&#10;&#10;Le contenu généré par l’IA peut être incorrect.">
            <a:extLst>
              <a:ext uri="{FF2B5EF4-FFF2-40B4-BE49-F238E27FC236}">
                <a16:creationId xmlns:a16="http://schemas.microsoft.com/office/drawing/2014/main" id="{C432C5CF-C24C-0D90-6321-4C5A7BA90C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6320" y="4908561"/>
            <a:ext cx="2062200" cy="8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10099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avec tit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re 23">
            <a:extLst>
              <a:ext uri="{FF2B5EF4-FFF2-40B4-BE49-F238E27FC236}">
                <a16:creationId xmlns:a16="http://schemas.microsoft.com/office/drawing/2014/main" id="{BE4E1080-B971-F47E-6C71-2AABFB8D8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3152001"/>
            <a:ext cx="5761037" cy="553998"/>
          </a:xfrm>
        </p:spPr>
        <p:txBody>
          <a:bodyPr anchor="ctr">
            <a:sp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Ajouter un titre</a:t>
            </a:r>
          </a:p>
        </p:txBody>
      </p:sp>
      <p:pic>
        <p:nvPicPr>
          <p:cNvPr id="2" name="Graphique 1">
            <a:extLst>
              <a:ext uri="{FF2B5EF4-FFF2-40B4-BE49-F238E27FC236}">
                <a16:creationId xmlns:a16="http://schemas.microsoft.com/office/drawing/2014/main" id="{E33B6CD7-7BA4-95D7-BBA2-D0358A1F71B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76320" y="4944460"/>
            <a:ext cx="2159993" cy="86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25808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Chapit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55CDD4C8-11E2-0EB7-DC6D-1633611F12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16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24" name="Titre 23">
            <a:extLst>
              <a:ext uri="{FF2B5EF4-FFF2-40B4-BE49-F238E27FC236}">
                <a16:creationId xmlns:a16="http://schemas.microsoft.com/office/drawing/2014/main" id="{BE4E1080-B971-F47E-6C71-2AABFB8D82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5988" y="2681214"/>
            <a:ext cx="4320324" cy="1495794"/>
          </a:xfrm>
        </p:spPr>
        <p:txBody>
          <a:bodyPr wrap="square" anchor="ctr">
            <a:sp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Ajouter un titre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94451F4F-9AC4-55A4-1CBE-5162359D7B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  <p:sp>
        <p:nvSpPr>
          <p:cNvPr id="5" name="Espace réservé du numéro de diapositive 16">
            <a:extLst>
              <a:ext uri="{FF2B5EF4-FFF2-40B4-BE49-F238E27FC236}">
                <a16:creationId xmlns:a16="http://schemas.microsoft.com/office/drawing/2014/main" id="{5DDE106A-A495-8C90-B688-3BB5DC30C70A}"/>
              </a:ext>
            </a:extLst>
          </p:cNvPr>
          <p:cNvSpPr txBox="1">
            <a:spLocks/>
          </p:cNvSpPr>
          <p:nvPr userDrawn="1"/>
        </p:nvSpPr>
        <p:spPr>
          <a:xfrm>
            <a:off x="11136313" y="6292862"/>
            <a:ext cx="660400" cy="18466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388C2E-CADB-44B6-9FEC-C38054A8F4FD}" type="slidenum">
              <a:rPr lang="fr-FR" sz="1000" smtClean="0">
                <a:solidFill>
                  <a:schemeClr val="bg1"/>
                </a:solidFill>
              </a:rPr>
              <a:pPr/>
              <a:t>‹N°›</a:t>
            </a:fld>
            <a:endParaRPr lang="fr-F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8276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Chapitre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que 1">
            <a:extLst>
              <a:ext uri="{FF2B5EF4-FFF2-40B4-BE49-F238E27FC236}">
                <a16:creationId xmlns:a16="http://schemas.microsoft.com/office/drawing/2014/main" id="{44E58447-F2FF-8679-6036-4F8AFB161D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  <p:sp>
        <p:nvSpPr>
          <p:cNvPr id="3" name="Espace réservé pour une image  8">
            <a:extLst>
              <a:ext uri="{FF2B5EF4-FFF2-40B4-BE49-F238E27FC236}">
                <a16:creationId xmlns:a16="http://schemas.microsoft.com/office/drawing/2014/main" id="{55BB4E69-B626-7399-0477-6AB46610F7F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7999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sz="160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4" name="Titre 23">
            <a:extLst>
              <a:ext uri="{FF2B5EF4-FFF2-40B4-BE49-F238E27FC236}">
                <a16:creationId xmlns:a16="http://schemas.microsoft.com/office/drawing/2014/main" id="{0D4E18DE-5A9E-76BA-B1CA-5ADD8698EF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5988" y="2681214"/>
            <a:ext cx="4320324" cy="1495794"/>
          </a:xfrm>
        </p:spPr>
        <p:txBody>
          <a:bodyPr wrap="square" anchor="ctr">
            <a:sp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Ajouter un titre</a:t>
            </a:r>
          </a:p>
        </p:txBody>
      </p:sp>
      <p:sp>
        <p:nvSpPr>
          <p:cNvPr id="5" name="Espace réservé du numéro de diapositive 16">
            <a:extLst>
              <a:ext uri="{FF2B5EF4-FFF2-40B4-BE49-F238E27FC236}">
                <a16:creationId xmlns:a16="http://schemas.microsoft.com/office/drawing/2014/main" id="{626C9DE3-924C-4C3D-2BC2-9631408E2020}"/>
              </a:ext>
            </a:extLst>
          </p:cNvPr>
          <p:cNvSpPr txBox="1">
            <a:spLocks/>
          </p:cNvSpPr>
          <p:nvPr userDrawn="1"/>
        </p:nvSpPr>
        <p:spPr>
          <a:xfrm>
            <a:off x="11136313" y="6292862"/>
            <a:ext cx="660400" cy="18466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388C2E-CADB-44B6-9FEC-C38054A8F4F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16418159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rédactionnell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832C5C9A-3F9E-77D8-AE95-ACD0CA71D8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4328985"/>
            <a:ext cx="4656024" cy="2529015"/>
          </a:xfrm>
          <a:solidFill>
            <a:schemeClr val="accent3"/>
          </a:solidFill>
        </p:spPr>
        <p:txBody>
          <a:bodyPr anchor="ctr" anchorCtr="0">
            <a:normAutofit/>
          </a:bodyPr>
          <a:lstStyle>
            <a:lvl1pPr algn="ctr">
              <a:defRPr sz="1400"/>
            </a:lvl1pPr>
          </a:lstStyle>
          <a:p>
            <a:endParaRPr lang="fr-FR" dirty="0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D08F4C-E045-9800-50A3-D0EA5071A2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5688" y="1989129"/>
            <a:ext cx="3420339" cy="391774"/>
          </a:xfrm>
        </p:spPr>
        <p:txBody>
          <a:bodyPr tIns="0" rIns="72000">
            <a:spAutoFit/>
          </a:bodyPr>
          <a:lstStyle>
            <a:lvl1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2pPr>
            <a:lvl3pPr marL="0" marR="0" algn="l" defTabSz="914400" rtl="0" eaLnBrk="1" latinLnBrk="0" hangingPunct="1">
              <a:lnSpc>
                <a:spcPts val="1600"/>
              </a:lnSpc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3pPr>
            <a:lvl4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4pPr>
            <a:lvl5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INSÉRER CHAPÔ OU LEAD ICI, PUIS METTRE EN CAPITALES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7EC1DAC-074D-4FC2-C9CC-670BCCFCE1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6011" y="1994972"/>
            <a:ext cx="5760301" cy="3803503"/>
          </a:xfrm>
        </p:spPr>
        <p:txBody>
          <a:bodyPr tIns="18000" bIns="0" numCol="2" spcCol="432000">
            <a:noAutofit/>
          </a:bodyPr>
          <a:lstStyle>
            <a:lvl1pPr marL="0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79388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360363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53975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1" name="Titre 20">
            <a:extLst>
              <a:ext uri="{FF2B5EF4-FFF2-40B4-BE49-F238E27FC236}">
                <a16:creationId xmlns:a16="http://schemas.microsoft.com/office/drawing/2014/main" id="{BCD29898-2B05-3D37-4630-128AD957C1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dirty="0"/>
              <a:t>Ajouter un titre</a:t>
            </a:r>
          </a:p>
        </p:txBody>
      </p:sp>
      <p:sp>
        <p:nvSpPr>
          <p:cNvPr id="30" name="Espace réservé du contenu 28">
            <a:extLst>
              <a:ext uri="{FF2B5EF4-FFF2-40B4-BE49-F238E27FC236}">
                <a16:creationId xmlns:a16="http://schemas.microsoft.com/office/drawing/2014/main" id="{B9809FE4-CC7A-9E7D-99CB-26A3E226DA61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1069550" y="4205657"/>
            <a:ext cx="1439912" cy="239712"/>
          </a:xfrm>
          <a:solidFill>
            <a:schemeClr val="tx1">
              <a:alpha val="8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fr-FR" dirty="0"/>
              <a:t>Laisser vide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62BA74B7-DEBC-F01F-9D67-138E322E32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16217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rédactionnelle 0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832C5C9A-3F9E-77D8-AE95-ACD0CA71D8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4629"/>
            <a:ext cx="4656024" cy="252438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400"/>
            </a:lvl1pPr>
          </a:lstStyle>
          <a:p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0DBF285-E371-99FE-15F7-F523EB610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3288075"/>
            <a:ext cx="2879725" cy="997196"/>
          </a:xfrm>
        </p:spPr>
        <p:txBody>
          <a:bodyPr wrap="square" anchor="b" anchorCtr="0">
            <a:spAutoFit/>
          </a:bodyPr>
          <a:lstStyle>
            <a:lvl1pPr>
              <a:defRPr sz="3600"/>
            </a:lvl1pPr>
          </a:lstStyle>
          <a:p>
            <a:r>
              <a:rPr lang="fr-FR" dirty="0"/>
              <a:t>Ajouter un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D08F4C-E045-9800-50A3-D0EA5071A2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5688" y="4716279"/>
            <a:ext cx="3480338" cy="391774"/>
          </a:xfrm>
        </p:spPr>
        <p:txBody>
          <a:bodyPr tIns="0">
            <a:spAutoFit/>
          </a:bodyPr>
          <a:lstStyle>
            <a:lvl1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2pPr>
            <a:lvl3pPr marL="0" marR="0" algn="l" defTabSz="914400" rtl="0" eaLnBrk="1" latinLnBrk="0" hangingPunct="1">
              <a:lnSpc>
                <a:spcPts val="1600"/>
              </a:lnSpc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3pPr>
            <a:lvl4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4pPr>
            <a:lvl5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INSÉRER CHAPÔ OU LEAD ICI, PUIS METTRE EN CAPITALES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7EC1DAC-074D-4FC2-C9CC-670BCCFCE1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6011" y="1052514"/>
            <a:ext cx="5760301" cy="4752974"/>
          </a:xfrm>
        </p:spPr>
        <p:txBody>
          <a:bodyPr tIns="18000" bIns="0" numCol="2" spcCol="432000">
            <a:noAutofit/>
          </a:bodyPr>
          <a:lstStyle>
            <a:lvl1pPr marL="0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79388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360363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53975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8689897-F936-C02A-F0B7-58DBE58AF3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  <p:sp>
        <p:nvSpPr>
          <p:cNvPr id="7" name="Espace réservé du contenu 28">
            <a:extLst>
              <a:ext uri="{FF2B5EF4-FFF2-40B4-BE49-F238E27FC236}">
                <a16:creationId xmlns:a16="http://schemas.microsoft.com/office/drawing/2014/main" id="{942B0174-0380-B983-9A69-13891621664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055638" y="2409159"/>
            <a:ext cx="1439912" cy="239712"/>
          </a:xfrm>
          <a:solidFill>
            <a:schemeClr val="tx1">
              <a:alpha val="8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fr-FR" dirty="0"/>
              <a:t>Laisser vide</a:t>
            </a:r>
          </a:p>
        </p:txBody>
      </p:sp>
    </p:spTree>
    <p:extLst>
      <p:ext uri="{BB962C8B-B14F-4D97-AF65-F5344CB8AC3E}">
        <p14:creationId xmlns:p14="http://schemas.microsoft.com/office/powerpoint/2010/main" val="123064912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rédactionnelle 0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space réservé pour une image  18">
            <a:extLst>
              <a:ext uri="{FF2B5EF4-FFF2-40B4-BE49-F238E27FC236}">
                <a16:creationId xmlns:a16="http://schemas.microsoft.com/office/drawing/2014/main" id="{832C5C9A-3F9E-77D8-AE95-ACD0CA71D8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4629"/>
            <a:ext cx="4656024" cy="2524386"/>
          </a:xfrm>
          <a:solidFill>
            <a:schemeClr val="bg2"/>
          </a:solidFill>
        </p:spPr>
        <p:txBody>
          <a:bodyPr anchor="ctr" anchorCtr="0">
            <a:normAutofit/>
          </a:bodyPr>
          <a:lstStyle>
            <a:lvl1pPr algn="ctr">
              <a:defRPr sz="1400"/>
            </a:lvl1pPr>
          </a:lstStyle>
          <a:p>
            <a:endParaRPr lang="fr-FR" dirty="0"/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60DBF285-E371-99FE-15F7-F523EB610B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2529" y="1551111"/>
            <a:ext cx="4313784" cy="498598"/>
          </a:xfrm>
        </p:spPr>
        <p:txBody>
          <a:bodyPr wrap="square" anchor="b" anchorCtr="0">
            <a:spAutoFit/>
          </a:bodyPr>
          <a:lstStyle>
            <a:lvl1pPr>
              <a:defRPr sz="3600"/>
            </a:lvl1pPr>
          </a:lstStyle>
          <a:p>
            <a:r>
              <a:rPr lang="fr-FR" dirty="0"/>
              <a:t>Ajouter un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84D08F4C-E045-9800-50A3-D0EA5071A2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528" y="2480717"/>
            <a:ext cx="4313783" cy="187167"/>
          </a:xfrm>
        </p:spPr>
        <p:txBody>
          <a:bodyPr wrap="square" tIns="0">
            <a:spAutoFit/>
          </a:bodyPr>
          <a:lstStyle>
            <a:lvl1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2pPr>
            <a:lvl3pPr marL="0" marR="0" algn="l" defTabSz="914400" rtl="0" eaLnBrk="1" latinLnBrk="0" hangingPunct="1">
              <a:lnSpc>
                <a:spcPts val="1600"/>
              </a:lnSpc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3pPr>
            <a:lvl4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 smtClean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4pPr>
            <a:lvl5pPr marL="0" marR="0" algn="l" defTabSz="914400" rtl="0" eaLnBrk="1" latinLnBrk="0" hangingPunct="1">
              <a:lnSpc>
                <a:spcPts val="1600"/>
              </a:lnSpc>
              <a:spcAft>
                <a:spcPts val="1400"/>
              </a:spcAft>
              <a:defRPr lang="fr-FR" sz="1050" b="0" i="0" u="none" strike="noStrike" kern="1200" baseline="0" dirty="0">
                <a:solidFill>
                  <a:schemeClr val="tx1"/>
                </a:solidFill>
                <a:latin typeface="AvenirNext LT Pro Regular" panose="020B05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INSÉRER CHAPÔ OU LEAD ICI, PUIS METTRE EN CAPITALES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F7EC1DAC-074D-4FC2-C9CC-670BCCFCE1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15988" y="3098892"/>
            <a:ext cx="4320324" cy="2706596"/>
          </a:xfrm>
        </p:spPr>
        <p:txBody>
          <a:bodyPr tIns="18000" bIns="0" numCol="2" spcCol="432000">
            <a:noAutofit/>
          </a:bodyPr>
          <a:lstStyle>
            <a:lvl1pPr marL="0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79388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360363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 smtClean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539750" indent="179388" algn="l" defTabSz="914400" rtl="0" eaLnBrk="1" latinLnBrk="0" hangingPunct="1">
              <a:lnSpc>
                <a:spcPts val="1400"/>
              </a:lnSpc>
              <a:spcAft>
                <a:spcPts val="1400"/>
              </a:spcAft>
              <a:defRPr lang="fr-FR" sz="1000" kern="1200" baseline="0" dirty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08689897-F936-C02A-F0B7-58DBE58AF3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  <p:sp>
        <p:nvSpPr>
          <p:cNvPr id="7" name="Espace réservé du contenu 28">
            <a:extLst>
              <a:ext uri="{FF2B5EF4-FFF2-40B4-BE49-F238E27FC236}">
                <a16:creationId xmlns:a16="http://schemas.microsoft.com/office/drawing/2014/main" id="{942B0174-0380-B983-9A69-13891621664D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1055638" y="2409159"/>
            <a:ext cx="1439912" cy="239712"/>
          </a:xfrm>
          <a:solidFill>
            <a:schemeClr val="tx1">
              <a:alpha val="80000"/>
            </a:schemeClr>
          </a:solidFill>
        </p:spPr>
        <p:txBody>
          <a:bodyPr anchor="ctr" anchorCtr="0">
            <a:normAutofit/>
          </a:bodyPr>
          <a:lstStyle>
            <a:lvl1pPr algn="ctr">
              <a:defRPr sz="1000"/>
            </a:lvl1pPr>
          </a:lstStyle>
          <a:p>
            <a:pPr lvl="0"/>
            <a:r>
              <a:rPr lang="fr-FR" dirty="0"/>
              <a:t>Laisser vide</a:t>
            </a:r>
          </a:p>
        </p:txBody>
      </p:sp>
    </p:spTree>
    <p:extLst>
      <p:ext uri="{BB962C8B-B14F-4D97-AF65-F5344CB8AC3E}">
        <p14:creationId xmlns:p14="http://schemas.microsoft.com/office/powerpoint/2010/main" val="421016904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 Blan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08689897-F936-C02A-F0B7-58DBE58AF3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7135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 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08689897-F936-C02A-F0B7-58DBE58AF3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8939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erge Mediu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que 5">
            <a:extLst>
              <a:ext uri="{FF2B5EF4-FFF2-40B4-BE49-F238E27FC236}">
                <a16:creationId xmlns:a16="http://schemas.microsoft.com/office/drawing/2014/main" id="{08689897-F936-C02A-F0B7-58DBE58AF3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6312" y="428625"/>
            <a:ext cx="659989" cy="276092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C19F3093-E8E9-D903-EC0E-59B3A59A5F88}"/>
              </a:ext>
            </a:extLst>
          </p:cNvPr>
          <p:cNvSpPr txBox="1"/>
          <p:nvPr userDrawn="1"/>
        </p:nvSpPr>
        <p:spPr>
          <a:xfrm>
            <a:off x="9695940" y="6308250"/>
            <a:ext cx="1440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8E26A544-EF59-4D72-83A5-288E92C1BAE3}" type="datetime1">
              <a:rPr lang="fr-FR" sz="1000" smtClean="0">
                <a:solidFill>
                  <a:schemeClr val="accent1"/>
                </a:solidFill>
              </a:rPr>
              <a:t>04/03/2026</a:t>
            </a:fld>
            <a:endParaRPr lang="fr-FR" sz="10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numéro de diapositive 16">
            <a:extLst>
              <a:ext uri="{FF2B5EF4-FFF2-40B4-BE49-F238E27FC236}">
                <a16:creationId xmlns:a16="http://schemas.microsoft.com/office/drawing/2014/main" id="{5E211624-9087-CC47-E434-EAA7EF807997}"/>
              </a:ext>
            </a:extLst>
          </p:cNvPr>
          <p:cNvSpPr txBox="1">
            <a:spLocks/>
          </p:cNvSpPr>
          <p:nvPr userDrawn="1"/>
        </p:nvSpPr>
        <p:spPr>
          <a:xfrm>
            <a:off x="11136313" y="6292862"/>
            <a:ext cx="660400" cy="18466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388C2E-CADB-44B6-9FEC-C38054A8F4F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47947039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3D5F60-02E4-99BF-4CD5-E83BE03AC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7" y="1052513"/>
            <a:ext cx="10080625" cy="55399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BE9CDF-BCBB-A86C-3503-05DF1C274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5688" y="1988127"/>
            <a:ext cx="10080626" cy="381736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0"/>
            <a:r>
              <a:rPr lang="fr-FR" dirty="0"/>
              <a:t>Premier Niveau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2BD78B-6065-441F-1B50-D58243E37F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2252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EA9CE1EB-C696-B66E-5EB5-7D230B46B203}"/>
              </a:ext>
            </a:extLst>
          </p:cNvPr>
          <p:cNvSpPr txBox="1"/>
          <p:nvPr userDrawn="1"/>
        </p:nvSpPr>
        <p:spPr>
          <a:xfrm>
            <a:off x="9695940" y="6308250"/>
            <a:ext cx="1440372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fld id="{8E26A544-EF59-4D72-83A5-288E92C1BAE3}" type="datetime1">
              <a:rPr lang="fr-FR" sz="1000" smtClean="0">
                <a:solidFill>
                  <a:schemeClr val="accent2"/>
                </a:solidFill>
              </a:rPr>
              <a:t>04/03/2026</a:t>
            </a:fld>
            <a:endParaRPr lang="fr-FR" sz="1000" dirty="0">
              <a:solidFill>
                <a:schemeClr val="accent2"/>
              </a:solidFill>
            </a:endParaRPr>
          </a:p>
        </p:txBody>
      </p:sp>
      <p:sp>
        <p:nvSpPr>
          <p:cNvPr id="10" name="Espace réservé du numéro de diapositive 16">
            <a:extLst>
              <a:ext uri="{FF2B5EF4-FFF2-40B4-BE49-F238E27FC236}">
                <a16:creationId xmlns:a16="http://schemas.microsoft.com/office/drawing/2014/main" id="{35E82EBA-6156-7193-8BEB-9604CC1596AD}"/>
              </a:ext>
            </a:extLst>
          </p:cNvPr>
          <p:cNvSpPr txBox="1">
            <a:spLocks/>
          </p:cNvSpPr>
          <p:nvPr userDrawn="1"/>
        </p:nvSpPr>
        <p:spPr>
          <a:xfrm>
            <a:off x="11136313" y="6292862"/>
            <a:ext cx="660400" cy="184666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388C2E-CADB-44B6-9FEC-C38054A8F4FD}" type="slidenum">
              <a:rPr lang="fr-FR" sz="1000" smtClean="0"/>
              <a:pPr/>
              <a:t>‹N°›</a:t>
            </a:fld>
            <a:endParaRPr lang="fr-FR" sz="1000" dirty="0"/>
          </a:p>
        </p:txBody>
      </p:sp>
    </p:spTree>
    <p:extLst>
      <p:ext uri="{BB962C8B-B14F-4D97-AF65-F5344CB8AC3E}">
        <p14:creationId xmlns:p14="http://schemas.microsoft.com/office/powerpoint/2010/main" val="2706810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8" r:id="rId7"/>
    <p:sldLayoutId id="2147483655" r:id="rId8"/>
    <p:sldLayoutId id="2147483656" r:id="rId9"/>
    <p:sldLayoutId id="2147483657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9" userDrawn="1">
          <p15:clr>
            <a:srgbClr val="F26B43"/>
          </p15:clr>
        </p15:guide>
        <p15:guide id="4" pos="7431" userDrawn="1">
          <p15:clr>
            <a:srgbClr val="F26B43"/>
          </p15:clr>
        </p15:guide>
        <p15:guide id="8" orient="horz" pos="270" userDrawn="1">
          <p15:clr>
            <a:srgbClr val="F26B43"/>
          </p15:clr>
        </p15:guide>
        <p15:guide id="9" orient="horz" pos="4050" userDrawn="1">
          <p15:clr>
            <a:srgbClr val="F26B43"/>
          </p15:clr>
        </p15:guide>
        <p15:guide id="10" pos="665" userDrawn="1">
          <p15:clr>
            <a:srgbClr val="F26B43"/>
          </p15:clr>
        </p15:guide>
        <p15:guide id="11" pos="7015" userDrawn="1">
          <p15:clr>
            <a:srgbClr val="F26B43"/>
          </p15:clr>
        </p15:guide>
        <p15:guide id="12" orient="horz" pos="663" userDrawn="1">
          <p15:clr>
            <a:srgbClr val="F26B43"/>
          </p15:clr>
        </p15:guide>
        <p15:guide id="13" orient="horz" pos="365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995937B-5C69-C2FB-4ABF-ED0D89B139A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36560" y="6165304"/>
            <a:ext cx="504826" cy="184666"/>
          </a:xfrm>
          <a:prstGeom prst="rect">
            <a:avLst/>
          </a:prstGeom>
        </p:spPr>
        <p:txBody>
          <a:bodyPr/>
          <a:lstStyle/>
          <a:p>
            <a:fld id="{7F388C2E-CADB-44B6-9FEC-C38054A8F4FD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947C0EC-8421-7794-BD7D-4327E9B3E8B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375275" y="1268413"/>
            <a:ext cx="5041900" cy="1439862"/>
          </a:xfrm>
        </p:spPr>
        <p:txBody>
          <a:bodyPr/>
          <a:lstStyle/>
          <a:p>
            <a:r>
              <a:rPr lang="fr-FR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263522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01D402B6-4866-19B6-8062-7A6DFC43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988" y="2307266"/>
            <a:ext cx="4320324" cy="2243691"/>
          </a:xfrm>
        </p:spPr>
        <p:txBody>
          <a:bodyPr/>
          <a:lstStyle/>
          <a:p>
            <a:r>
              <a:rPr lang="fr-FR" dirty="0"/>
              <a:t>A compléter</a:t>
            </a:r>
            <a:br>
              <a:rPr lang="fr-FR"/>
            </a:br>
            <a:r>
              <a:rPr lang="fr-FR"/>
              <a:t>rubrique </a:t>
            </a:r>
            <a:r>
              <a:rPr lang="fr-FR" dirty="0"/>
              <a:t>principale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6795293-6697-33D8-491D-BB8C6292B2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5426919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C98196AF-9BE4-0EA2-3CFA-94E21A50C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5988" y="2681214"/>
            <a:ext cx="4320324" cy="1495794"/>
          </a:xfrm>
        </p:spPr>
        <p:txBody>
          <a:bodyPr/>
          <a:lstStyle/>
          <a:p>
            <a:r>
              <a:rPr lang="fr-FR" dirty="0"/>
              <a:t>A compléter</a:t>
            </a:r>
            <a:br>
              <a:rPr lang="fr-FR" dirty="0"/>
            </a:br>
            <a:r>
              <a:rPr lang="fr-FR" dirty="0"/>
              <a:t>sous-rubrique</a:t>
            </a:r>
          </a:p>
        </p:txBody>
      </p:sp>
      <p:sp>
        <p:nvSpPr>
          <p:cNvPr id="4" name="Espace réservé pour une image  3">
            <a:extLst>
              <a:ext uri="{FF2B5EF4-FFF2-40B4-BE49-F238E27FC236}">
                <a16:creationId xmlns:a16="http://schemas.microsoft.com/office/drawing/2014/main" id="{8EE813B6-4B07-0DBC-F589-833EE6A35E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54540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6D40F22D-D4BF-0AFE-67AF-F011401C2A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688" y="1989129"/>
            <a:ext cx="3420339" cy="189411"/>
          </a:xfrm>
        </p:spPr>
        <p:txBody>
          <a:bodyPr/>
          <a:lstStyle/>
          <a:p>
            <a:r>
              <a:rPr lang="fr-FR" dirty="0">
                <a:latin typeface="+mn-lt"/>
              </a:rPr>
              <a:t>TEXTE</a:t>
            </a:r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50DC9667-38AB-9CD7-F1E9-073085546FF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6011" y="1994973"/>
            <a:ext cx="5760301" cy="3040662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fr-FR" dirty="0">
                <a:latin typeface="+mn-lt"/>
              </a:rPr>
              <a:t>Texte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855C96CA-545D-39AD-F629-4C40987B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B00F4B86-6781-5A7A-7B3A-766CFAC8474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C20A8C1-13EB-8592-18A8-6F74E7ECD919}"/>
              </a:ext>
            </a:extLst>
          </p:cNvPr>
          <p:cNvSpPr>
            <a:spLocks noGrp="1"/>
          </p:cNvSpPr>
          <p:nvPr>
            <p:ph sz="quarter" idx="23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74487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87396032-9F8F-4A87-CA2F-0A8BC116F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3686843"/>
            <a:ext cx="3600336" cy="498598"/>
          </a:xfrm>
        </p:spPr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F8EA9A-51DB-6F21-99CA-FE65D97AFC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688" y="4616449"/>
            <a:ext cx="3480338" cy="189411"/>
          </a:xfrm>
        </p:spPr>
        <p:txBody>
          <a:bodyPr/>
          <a:lstStyle/>
          <a:p>
            <a:r>
              <a:rPr lang="fr-FR" dirty="0">
                <a:latin typeface="+mn-lt"/>
              </a:rPr>
              <a:t>TEXTE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1B5475C3-8FA5-3994-DF07-441A44164B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76011" y="1052513"/>
            <a:ext cx="5760301" cy="4776447"/>
          </a:xfrm>
        </p:spPr>
        <p:txBody>
          <a:bodyPr/>
          <a:lstStyle/>
          <a:p>
            <a:r>
              <a:rPr lang="fr-FR" dirty="0">
                <a:latin typeface="+mn-lt"/>
              </a:rPr>
              <a:t>Texte</a:t>
            </a:r>
          </a:p>
        </p:txBody>
      </p:sp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6E11CCA5-F3FC-EC75-9D48-C60A7E32EBD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33BDE058-B9D6-FACA-0A0F-EEE48F29AD94}"/>
              </a:ext>
            </a:extLst>
          </p:cNvPr>
          <p:cNvSpPr>
            <a:spLocks noGrp="1"/>
          </p:cNvSpPr>
          <p:nvPr>
            <p:ph sz="quarter" idx="24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707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2F8AD465-1B1B-2140-4FD1-042CE6153FE2}"/>
              </a:ext>
            </a:extLst>
          </p:cNvPr>
          <p:cNvCxnSpPr>
            <a:cxnSpLocks/>
          </p:cNvCxnSpPr>
          <p:nvPr/>
        </p:nvCxnSpPr>
        <p:spPr>
          <a:xfrm>
            <a:off x="1055656" y="3205712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tre 6">
            <a:extLst>
              <a:ext uri="{FF2B5EF4-FFF2-40B4-BE49-F238E27FC236}">
                <a16:creationId xmlns:a16="http://schemas.microsoft.com/office/drawing/2014/main" id="{08F2617E-1FD7-8572-84C3-448D00182B6F}"/>
              </a:ext>
            </a:extLst>
          </p:cNvPr>
          <p:cNvSpPr txBox="1">
            <a:spLocks/>
          </p:cNvSpPr>
          <p:nvPr/>
        </p:nvSpPr>
        <p:spPr>
          <a:xfrm>
            <a:off x="1055657" y="3201793"/>
            <a:ext cx="3600335" cy="529715"/>
          </a:xfrm>
          <a:prstGeom prst="rect">
            <a:avLst/>
          </a:prstGeom>
        </p:spPr>
        <p:txBody>
          <a:bodyPr wrap="square" lIns="0" tIns="180000" rIns="0" bIns="18000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dirty="0">
                <a:latin typeface="+mj-lt"/>
              </a:rPr>
              <a:t>TEXTE</a:t>
            </a:r>
          </a:p>
        </p:txBody>
      </p:sp>
      <p:sp>
        <p:nvSpPr>
          <p:cNvPr id="36" name="Titre 6">
            <a:extLst>
              <a:ext uri="{FF2B5EF4-FFF2-40B4-BE49-F238E27FC236}">
                <a16:creationId xmlns:a16="http://schemas.microsoft.com/office/drawing/2014/main" id="{58EB4280-E194-DF68-1867-3752C0870149}"/>
              </a:ext>
            </a:extLst>
          </p:cNvPr>
          <p:cNvSpPr txBox="1">
            <a:spLocks/>
          </p:cNvSpPr>
          <p:nvPr/>
        </p:nvSpPr>
        <p:spPr>
          <a:xfrm>
            <a:off x="1055657" y="3723670"/>
            <a:ext cx="3600335" cy="529715"/>
          </a:xfrm>
          <a:prstGeom prst="rect">
            <a:avLst/>
          </a:prstGeom>
        </p:spPr>
        <p:txBody>
          <a:bodyPr wrap="square" lIns="0" tIns="180000" rIns="0" bIns="18000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accent1"/>
                </a:solidFill>
              </a:rPr>
              <a:t>TEXTE</a:t>
            </a:r>
          </a:p>
        </p:txBody>
      </p:sp>
      <p:sp>
        <p:nvSpPr>
          <p:cNvPr id="38" name="Titre 6">
            <a:extLst>
              <a:ext uri="{FF2B5EF4-FFF2-40B4-BE49-F238E27FC236}">
                <a16:creationId xmlns:a16="http://schemas.microsoft.com/office/drawing/2014/main" id="{E2ECA15F-8CA7-8343-6D5D-351C8067CF00}"/>
              </a:ext>
            </a:extLst>
          </p:cNvPr>
          <p:cNvSpPr txBox="1">
            <a:spLocks/>
          </p:cNvSpPr>
          <p:nvPr/>
        </p:nvSpPr>
        <p:spPr>
          <a:xfrm>
            <a:off x="1055657" y="4245547"/>
            <a:ext cx="3600335" cy="529715"/>
          </a:xfrm>
          <a:prstGeom prst="rect">
            <a:avLst/>
          </a:prstGeom>
        </p:spPr>
        <p:txBody>
          <a:bodyPr wrap="square" lIns="0" tIns="180000" rIns="0" bIns="18000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accent1"/>
                </a:solidFill>
              </a:rPr>
              <a:t>TEXTE</a:t>
            </a:r>
          </a:p>
        </p:txBody>
      </p:sp>
      <p:sp>
        <p:nvSpPr>
          <p:cNvPr id="40" name="Titre 6">
            <a:extLst>
              <a:ext uri="{FF2B5EF4-FFF2-40B4-BE49-F238E27FC236}">
                <a16:creationId xmlns:a16="http://schemas.microsoft.com/office/drawing/2014/main" id="{104DD817-C5A9-1E5D-A0D7-ADA5E78FD4EC}"/>
              </a:ext>
            </a:extLst>
          </p:cNvPr>
          <p:cNvSpPr txBox="1">
            <a:spLocks/>
          </p:cNvSpPr>
          <p:nvPr/>
        </p:nvSpPr>
        <p:spPr>
          <a:xfrm>
            <a:off x="1055657" y="4767424"/>
            <a:ext cx="3600335" cy="529715"/>
          </a:xfrm>
          <a:prstGeom prst="rect">
            <a:avLst/>
          </a:prstGeom>
        </p:spPr>
        <p:txBody>
          <a:bodyPr wrap="square" lIns="0" tIns="180000" rIns="0" bIns="18000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accent1"/>
                </a:solidFill>
              </a:rPr>
              <a:t>TEXTE</a:t>
            </a:r>
          </a:p>
        </p:txBody>
      </p:sp>
      <p:sp>
        <p:nvSpPr>
          <p:cNvPr id="42" name="Titre 6">
            <a:extLst>
              <a:ext uri="{FF2B5EF4-FFF2-40B4-BE49-F238E27FC236}">
                <a16:creationId xmlns:a16="http://schemas.microsoft.com/office/drawing/2014/main" id="{F24BF55D-EE70-67E8-A962-CCDE50CEAF98}"/>
              </a:ext>
            </a:extLst>
          </p:cNvPr>
          <p:cNvSpPr txBox="1">
            <a:spLocks/>
          </p:cNvSpPr>
          <p:nvPr/>
        </p:nvSpPr>
        <p:spPr>
          <a:xfrm>
            <a:off x="1055658" y="5289301"/>
            <a:ext cx="3600335" cy="529715"/>
          </a:xfrm>
          <a:prstGeom prst="rect">
            <a:avLst/>
          </a:prstGeom>
        </p:spPr>
        <p:txBody>
          <a:bodyPr wrap="square" lIns="0" tIns="180000" rIns="0" bIns="18000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fr-FR" sz="1200" dirty="0">
                <a:solidFill>
                  <a:schemeClr val="accent1"/>
                </a:solidFill>
              </a:rPr>
              <a:t>TEXTE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C29FBD28-8F67-EB15-6793-08549B1AA4AE}"/>
              </a:ext>
            </a:extLst>
          </p:cNvPr>
          <p:cNvCxnSpPr>
            <a:cxnSpLocks/>
          </p:cNvCxnSpPr>
          <p:nvPr/>
        </p:nvCxnSpPr>
        <p:spPr>
          <a:xfrm>
            <a:off x="1055660" y="5815094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45">
            <a:extLst>
              <a:ext uri="{FF2B5EF4-FFF2-40B4-BE49-F238E27FC236}">
                <a16:creationId xmlns:a16="http://schemas.microsoft.com/office/drawing/2014/main" id="{A90E726A-04FB-DE87-A6AE-119900B7835D}"/>
              </a:ext>
            </a:extLst>
          </p:cNvPr>
          <p:cNvCxnSpPr>
            <a:cxnSpLocks/>
          </p:cNvCxnSpPr>
          <p:nvPr/>
        </p:nvCxnSpPr>
        <p:spPr>
          <a:xfrm>
            <a:off x="1055656" y="3727589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A907B34D-0FE4-0405-E7AE-2DA77FCBC580}"/>
              </a:ext>
            </a:extLst>
          </p:cNvPr>
          <p:cNvCxnSpPr>
            <a:cxnSpLocks/>
          </p:cNvCxnSpPr>
          <p:nvPr/>
        </p:nvCxnSpPr>
        <p:spPr>
          <a:xfrm>
            <a:off x="1055656" y="4249466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8B0C6607-581A-BA39-8B9B-21EAFF11CD9B}"/>
              </a:ext>
            </a:extLst>
          </p:cNvPr>
          <p:cNvCxnSpPr>
            <a:cxnSpLocks/>
          </p:cNvCxnSpPr>
          <p:nvPr/>
        </p:nvCxnSpPr>
        <p:spPr>
          <a:xfrm>
            <a:off x="1055660" y="4771343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08C46905-D479-C98D-2E30-6C17DA7401B4}"/>
              </a:ext>
            </a:extLst>
          </p:cNvPr>
          <p:cNvCxnSpPr>
            <a:cxnSpLocks/>
          </p:cNvCxnSpPr>
          <p:nvPr/>
        </p:nvCxnSpPr>
        <p:spPr>
          <a:xfrm>
            <a:off x="1055660" y="5293220"/>
            <a:ext cx="3600336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riangle isocèle 55">
            <a:extLst>
              <a:ext uri="{FF2B5EF4-FFF2-40B4-BE49-F238E27FC236}">
                <a16:creationId xmlns:a16="http://schemas.microsoft.com/office/drawing/2014/main" id="{E475D1AF-3EB2-7F2C-A362-1FBBEA277A9E}"/>
              </a:ext>
            </a:extLst>
          </p:cNvPr>
          <p:cNvSpPr/>
          <p:nvPr/>
        </p:nvSpPr>
        <p:spPr>
          <a:xfrm rot="5400000">
            <a:off x="4345806" y="3402762"/>
            <a:ext cx="148225" cy="12778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itre 58">
            <a:extLst>
              <a:ext uri="{FF2B5EF4-FFF2-40B4-BE49-F238E27FC236}">
                <a16:creationId xmlns:a16="http://schemas.microsoft.com/office/drawing/2014/main" id="{7D23A360-E1AB-5AB7-B444-E56A593B1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2143" y="1920195"/>
            <a:ext cx="4320268" cy="498598"/>
          </a:xfrm>
        </p:spPr>
        <p:txBody>
          <a:bodyPr/>
          <a:lstStyle/>
          <a:p>
            <a:r>
              <a:rPr lang="fr-FR" dirty="0"/>
              <a:t>Titre</a:t>
            </a:r>
          </a:p>
        </p:txBody>
      </p:sp>
      <p:sp>
        <p:nvSpPr>
          <p:cNvPr id="60" name="Espace réservé du texte 59">
            <a:extLst>
              <a:ext uri="{FF2B5EF4-FFF2-40B4-BE49-F238E27FC236}">
                <a16:creationId xmlns:a16="http://schemas.microsoft.com/office/drawing/2014/main" id="{634FD378-2839-2810-A317-6E33E65AAD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02882" y="2538105"/>
            <a:ext cx="4320267" cy="221599"/>
          </a:xfrm>
        </p:spPr>
        <p:txBody>
          <a:bodyPr>
            <a:spAutoFit/>
          </a:bodyPr>
          <a:lstStyle/>
          <a:p>
            <a:pPr>
              <a:lnSpc>
                <a:spcPct val="90000"/>
              </a:lnSpc>
            </a:pPr>
            <a:r>
              <a:rPr lang="fr-FR" sz="1600" dirty="0"/>
              <a:t>TEXTE</a:t>
            </a:r>
          </a:p>
        </p:txBody>
      </p:sp>
      <p:sp>
        <p:nvSpPr>
          <p:cNvPr id="61" name="Espace réservé du texte 60">
            <a:extLst>
              <a:ext uri="{FF2B5EF4-FFF2-40B4-BE49-F238E27FC236}">
                <a16:creationId xmlns:a16="http://schemas.microsoft.com/office/drawing/2014/main" id="{D1500BAF-1040-7AF5-2EEE-400B9004F3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2881" y="3201793"/>
            <a:ext cx="4319529" cy="186683"/>
          </a:xfrm>
        </p:spPr>
        <p:txBody>
          <a:bodyPr wrap="square" numCol="1">
            <a:spAutoFit/>
          </a:bodyPr>
          <a:lstStyle/>
          <a:p>
            <a:r>
              <a:rPr lang="fr-FR" dirty="0"/>
              <a:t>Texte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6E9E304-6465-2F7B-7523-C61D522805B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3" name="Espace réservé du contenu 62">
            <a:extLst>
              <a:ext uri="{FF2B5EF4-FFF2-40B4-BE49-F238E27FC236}">
                <a16:creationId xmlns:a16="http://schemas.microsoft.com/office/drawing/2014/main" id="{24C6AFDC-CF87-15BC-7450-50F5D3072E10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055688" y="2469016"/>
            <a:ext cx="1439912" cy="239712"/>
          </a:xfr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498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re 4">
            <a:extLst>
              <a:ext uri="{FF2B5EF4-FFF2-40B4-BE49-F238E27FC236}">
                <a16:creationId xmlns:a16="http://schemas.microsoft.com/office/drawing/2014/main" id="{4D6D40C7-628E-85DE-EB38-E4B836CE0E92}"/>
              </a:ext>
            </a:extLst>
          </p:cNvPr>
          <p:cNvSpPr txBox="1">
            <a:spLocks/>
          </p:cNvSpPr>
          <p:nvPr/>
        </p:nvSpPr>
        <p:spPr>
          <a:xfrm>
            <a:off x="1055687" y="1060786"/>
            <a:ext cx="10080625" cy="56824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000" b="0" i="0" u="none" strike="noStrike" kern="1200" cap="none" spc="0" normalizeH="0" baseline="0" noProof="0" dirty="0">
                <a:ln>
                  <a:noFill/>
                </a:ln>
                <a:solidFill>
                  <a:srgbClr val="0039A6"/>
                </a:solidFill>
                <a:effectLst/>
                <a:uLnTx/>
                <a:uFillTx/>
                <a:latin typeface="Avenir Next LT Pro"/>
                <a:ea typeface="+mj-ea"/>
                <a:cs typeface="+mj-cs"/>
              </a:rPr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408345645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Induni | Main">
  <a:themeElements>
    <a:clrScheme name="Induni 2024">
      <a:dk1>
        <a:srgbClr val="0039A6"/>
      </a:dk1>
      <a:lt1>
        <a:srgbClr val="FFFFFF"/>
      </a:lt1>
      <a:dk2>
        <a:srgbClr val="0039A6"/>
      </a:dk2>
      <a:lt2>
        <a:srgbClr val="E7ECF4"/>
      </a:lt2>
      <a:accent1>
        <a:srgbClr val="8AB1DD"/>
      </a:accent1>
      <a:accent2>
        <a:srgbClr val="CBDAEC"/>
      </a:accent2>
      <a:accent3>
        <a:srgbClr val="E7ECF4"/>
      </a:accent3>
      <a:accent4>
        <a:srgbClr val="E5EBF1"/>
      </a:accent4>
      <a:accent5>
        <a:srgbClr val="C6C6C5"/>
      </a:accent5>
      <a:accent6>
        <a:srgbClr val="656565"/>
      </a:accent6>
      <a:hlink>
        <a:srgbClr val="8AB1DD"/>
      </a:hlink>
      <a:folHlink>
        <a:srgbClr val="C6C6C5"/>
      </a:folHlink>
    </a:clrScheme>
    <a:fontScheme name="Induni - Avenir Next 01">
      <a:majorFont>
        <a:latin typeface="Avenir Next LT Pro Demi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1934</TotalTime>
  <Words>26</Words>
  <Application>Microsoft Office PowerPoint</Application>
  <PresentationFormat>Grand écran</PresentationFormat>
  <Paragraphs>19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AvenirNext LT Pro Regular</vt:lpstr>
      <vt:lpstr>Arial</vt:lpstr>
      <vt:lpstr>Aptos</vt:lpstr>
      <vt:lpstr>Avenir Next LT Pro</vt:lpstr>
      <vt:lpstr>Thème Induni | Main</vt:lpstr>
      <vt:lpstr>Présentation PowerPoint</vt:lpstr>
      <vt:lpstr>A compléter rubrique principale</vt:lpstr>
      <vt:lpstr>A compléter sous-rubrique</vt:lpstr>
      <vt:lpstr>Titre</vt:lpstr>
      <vt:lpstr>Titre</vt:lpstr>
      <vt:lpstr>Titre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Jérémy Debray</dc:creator>
  <cp:lastModifiedBy>DUC-GONINAZ Fabienne</cp:lastModifiedBy>
  <cp:revision>52</cp:revision>
  <dcterms:created xsi:type="dcterms:W3CDTF">2024-07-04T13:32:30Z</dcterms:created>
  <dcterms:modified xsi:type="dcterms:W3CDTF">2026-03-04T10:06:05Z</dcterms:modified>
</cp:coreProperties>
</file>